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92">
          <p15:clr>
            <a:srgbClr val="A4A3A4"/>
          </p15:clr>
        </p15:guide>
        <p15:guide id="2" pos="192">
          <p15:clr>
            <a:srgbClr val="A4A3A4"/>
          </p15:clr>
        </p15:guide>
        <p15:guide id="3" orient="horz" pos="1080">
          <p15:clr>
            <a:srgbClr val="A4A3A4"/>
          </p15:clr>
        </p15:guide>
      </p15:sldGuideLst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xmlns="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792"/>
        <p:guide pos="192"/>
        <p:guide orient="horz" pos="1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22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22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20" Type="http://customschemas.google.com/relationships/presentationmetadata" Target="metadata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22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4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266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153E6A6-60E4-FE14-1CBC-8CC211274D1C}"/>
              </a:ext>
            </a:extLst>
          </p:cNvPr>
          <p:cNvSpPr/>
          <p:nvPr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CE881-772B-9023-3054-4B219B75D755}"/>
              </a:ext>
            </a:extLst>
          </p:cNvPr>
          <p:cNvSpPr/>
          <p:nvPr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 descr="A blue and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16A7B69A-9B14-87FE-841D-37F0A91D141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16000"/>
          </a:blip>
          <a:srcRect t="24724" r="1619" b="63695"/>
          <a:stretch/>
        </p:blipFill>
        <p:spPr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B91A16-5D54-2FC0-B0FD-A78085FC1313}"/>
              </a:ext>
            </a:extLst>
          </p:cNvPr>
          <p:cNvSpPr/>
          <p:nvPr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701" r:id="rId2"/>
    <p:sldLayoutId id="2147483714" r:id="rId3"/>
    <p:sldLayoutId id="214748372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freepik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HAIKRAZAK00/AICTE-IN.git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itting at a desk with a computer&#10;&#10;Description automatically generated">
            <a:extLst>
              <a:ext uri="{FF2B5EF4-FFF2-40B4-BE49-F238E27FC236}">
                <a16:creationId xmlns:a16="http://schemas.microsoft.com/office/drawing/2014/main" id="{07B8740D-C76F-46FC-AEFB-23FB0614D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662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1857762-AD52-483C-B3E1-635C5BBC6F2F}"/>
              </a:ext>
            </a:extLst>
          </p:cNvPr>
          <p:cNvSpPr/>
          <p:nvPr/>
        </p:nvSpPr>
        <p:spPr>
          <a:xfrm>
            <a:off x="5873750" y="584200"/>
            <a:ext cx="4673600" cy="977900"/>
          </a:xfrm>
          <a:prstGeom prst="roundRect">
            <a:avLst/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067E9C-C7B9-4476-9708-CBB3F66FD892}"/>
              </a:ext>
            </a:extLst>
          </p:cNvPr>
          <p:cNvSpPr txBox="1"/>
          <p:nvPr/>
        </p:nvSpPr>
        <p:spPr>
          <a:xfrm>
            <a:off x="4151586" y="3429000"/>
            <a:ext cx="687086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DEFORESTATION(CLASSIFICATION OF FIRE TYPES)</a:t>
            </a:r>
          </a:p>
          <a:p>
            <a:pPr algn="r"/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SHAIK ABDUL RAZAK</a:t>
            </a:r>
          </a:p>
          <a:p>
            <a:pPr algn="r"/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STU65c7a68404a4b1707583108</a:t>
            </a:r>
          </a:p>
          <a:p>
            <a:pPr algn="r"/>
            <a:r>
              <a:rPr lang="en-US" sz="2800" b="1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INTERNSHIP_175040797468551b2636342 </a:t>
            </a:r>
            <a:r>
              <a:rPr lang="en-IN" sz="28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2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7224A59-2417-428A-A991-E468431BB817}"/>
              </a:ext>
            </a:extLst>
          </p:cNvPr>
          <p:cNvGrpSpPr/>
          <p:nvPr/>
        </p:nvGrpSpPr>
        <p:grpSpPr>
          <a:xfrm>
            <a:off x="6890523" y="742091"/>
            <a:ext cx="2640053" cy="664378"/>
            <a:chOff x="2375536" y="1112060"/>
            <a:chExt cx="3292636" cy="828603"/>
          </a:xfrm>
        </p:grpSpPr>
        <p:pic>
          <p:nvPicPr>
            <p:cNvPr id="7" name="Picture 6" descr="A close up of a logo&#10;&#10;Description automatically generated">
              <a:extLst>
                <a:ext uri="{FF2B5EF4-FFF2-40B4-BE49-F238E27FC236}">
                  <a16:creationId xmlns:a16="http://schemas.microsoft.com/office/drawing/2014/main" id="{BD3530AF-9771-470E-A9BF-F28AA2275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2781" y="1270168"/>
              <a:ext cx="1575391" cy="512386"/>
            </a:xfrm>
            <a:prstGeom prst="rect">
              <a:avLst/>
            </a:prstGeom>
          </p:spPr>
        </p:pic>
        <p:pic>
          <p:nvPicPr>
            <p:cNvPr id="8" name="Picture 7" descr="A yellow and red shell logo&#10;&#10;Description automatically generated">
              <a:extLst>
                <a:ext uri="{FF2B5EF4-FFF2-40B4-BE49-F238E27FC236}">
                  <a16:creationId xmlns:a16="http://schemas.microsoft.com/office/drawing/2014/main" id="{75E6A819-9F3F-4787-A707-A7415C302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75536" y="1112060"/>
              <a:ext cx="985475" cy="8286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7127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94E319-C77C-49E2-964C-6E125D716194}"/>
              </a:ext>
            </a:extLst>
          </p:cNvPr>
          <p:cNvSpPr txBox="1"/>
          <p:nvPr/>
        </p:nvSpPr>
        <p:spPr>
          <a:xfrm>
            <a:off x="191911" y="972537"/>
            <a:ext cx="2652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Learning Objectives</a:t>
            </a:r>
            <a:endParaRPr lang="en-IN" sz="2000" dirty="0">
              <a:solidFill>
                <a:srgbClr val="21316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1F3497-5370-4874-9908-5AD45214E10B}"/>
              </a:ext>
            </a:extLst>
          </p:cNvPr>
          <p:cNvSpPr txBox="1"/>
          <p:nvPr/>
        </p:nvSpPr>
        <p:spPr>
          <a:xfrm>
            <a:off x="199809" y="6135329"/>
            <a:ext cx="795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b="1" dirty="0">
                <a:latin typeface="+mn-lt"/>
              </a:rPr>
              <a:t>Source 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E830DD-8813-42EB-B27B-B7D85423D0C7}"/>
              </a:ext>
            </a:extLst>
          </p:cNvPr>
          <p:cNvSpPr txBox="1"/>
          <p:nvPr/>
        </p:nvSpPr>
        <p:spPr>
          <a:xfrm>
            <a:off x="880529" y="6135329"/>
            <a:ext cx="1842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dirty="0">
                <a:solidFill>
                  <a:srgbClr val="0000FF"/>
                </a:solidFill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www.freepik.com/</a:t>
            </a:r>
            <a:endParaRPr lang="en-IN" sz="1200" dirty="0">
              <a:solidFill>
                <a:srgbClr val="0000FF"/>
              </a:solidFill>
              <a:latin typeface="+mn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22F707-7F22-48A3-97EC-98EFB1023A55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adder leading to a large yellow circle&#10;&#10;Description automatically generated">
            <a:extLst>
              <a:ext uri="{FF2B5EF4-FFF2-40B4-BE49-F238E27FC236}">
                <a16:creationId xmlns:a16="http://schemas.microsoft.com/office/drawing/2014/main" id="{E2920B14-B344-4926-9729-BC7EBD91FF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5000"/>
          </a:blip>
          <a:srcRect l="13763" t="6135" r="13650"/>
          <a:stretch/>
        </p:blipFill>
        <p:spPr>
          <a:xfrm>
            <a:off x="7345680" y="1442720"/>
            <a:ext cx="4500880" cy="46329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264928-EACB-4739-BDDA-6799C99356F3}"/>
              </a:ext>
            </a:extLst>
          </p:cNvPr>
          <p:cNvSpPr txBox="1"/>
          <p:nvPr/>
        </p:nvSpPr>
        <p:spPr>
          <a:xfrm>
            <a:off x="8839200" y="3168609"/>
            <a:ext cx="150368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3500" b="1" dirty="0">
                <a:solidFill>
                  <a:schemeClr val="tx1"/>
                </a:solidFill>
                <a:latin typeface="+mn-lt"/>
              </a:rPr>
              <a:t>GOAL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0287DC40-5BDA-D58A-0008-6E332ABDB1F9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45440" y="1835173"/>
            <a:ext cx="586895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MODIS satellite data structure and fire detection methodology.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Preprocess and analyze large-scale geospatial fire data from 2021–2023.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EDA to identify patterns, distributions, and outliers in thermal anomaly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 and evaluate ML models (e.g., Random Forest,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to classify fire types.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 a web app using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predict fire types using satellite-derived parameters.</a:t>
            </a:r>
          </a:p>
        </p:txBody>
      </p:sp>
    </p:spTree>
    <p:extLst>
      <p:ext uri="{BB962C8B-B14F-4D97-AF65-F5344CB8AC3E}">
        <p14:creationId xmlns:p14="http://schemas.microsoft.com/office/powerpoint/2010/main" val="2932052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35834" y="1067664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213163"/>
                </a:solidFill>
              </a:rPr>
              <a:t>T</a:t>
            </a:r>
            <a:r>
              <a:rPr lang="en-IN" sz="2000" b="1" dirty="0" err="1">
                <a:solidFill>
                  <a:srgbClr val="213163"/>
                </a:solidFill>
              </a:rPr>
              <a:t>ools</a:t>
            </a:r>
            <a:r>
              <a:rPr lang="en-IN" sz="2000" b="1" dirty="0">
                <a:solidFill>
                  <a:srgbClr val="213163"/>
                </a:solidFill>
              </a:rPr>
              <a:t> and Technology used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B44959-BF16-68A1-A5CC-168FE828B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580" y="289249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Languages: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Libraries: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pandas, seaborn, matplotlib, scikit-learn,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folium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Platform: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Source: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NASA FIRMS MODIS Fire Detection Data (2021–2023)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Others: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joblib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(for model storage), Google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Colab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folium (for geospatial visualization)</a:t>
            </a:r>
          </a:p>
        </p:txBody>
      </p:sp>
    </p:spTree>
    <p:extLst>
      <p:ext uri="{BB962C8B-B14F-4D97-AF65-F5344CB8AC3E}">
        <p14:creationId xmlns:p14="http://schemas.microsoft.com/office/powerpoint/2010/main" val="564571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68356" y="1014656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Methodology</a:t>
            </a:r>
            <a:r>
              <a:rPr lang="en-US" sz="1800" b="1" dirty="0">
                <a:solidFill>
                  <a:srgbClr val="213163"/>
                </a:solidFill>
              </a:rPr>
              <a:t> 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4802F2-ED67-6175-5897-F6F9E8267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694" y="360161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Acquisition: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MODIS thermal anomaly/fire datasets for India from FIRMS (2021–2023).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Preprocessing: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Concatenation, cleaning, outlier removal (IQR), feature extraction (datetime, encoding).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EDA: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Visuals: heatmaps, count plots, histograms, box plots, scatter maps.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Insights on fire distribution, intensity, temporal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Modeling: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 tried: Random Forest, KNN, Logistic Regression,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model: Best accuracy with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StandardScaler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 for real-time prediction of fire types using six input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790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Problem Statement: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E4763D-8A80-162A-76BE-1BCC04E554A3}"/>
              </a:ext>
            </a:extLst>
          </p:cNvPr>
          <p:cNvSpPr txBox="1"/>
          <p:nvPr/>
        </p:nvSpPr>
        <p:spPr>
          <a:xfrm>
            <a:off x="578498" y="1660850"/>
            <a:ext cx="8565501" cy="1241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India experiences various fire events—forest fires, agricultural burns, and thermal anomalies.</a:t>
            </a:r>
            <a:br>
              <a:rPr lang="en-IN" dirty="0"/>
            </a:br>
            <a:r>
              <a:rPr lang="en-IN" b="1" dirty="0"/>
              <a:t>Challenge:</a:t>
            </a:r>
            <a:r>
              <a:rPr lang="en-IN" dirty="0"/>
              <a:t> Classify fire sources (vegetation, offshore, static land) from satellite signals to enable quicker response and environmental insights.</a:t>
            </a:r>
          </a:p>
        </p:txBody>
      </p:sp>
    </p:spTree>
    <p:extLst>
      <p:ext uri="{BB962C8B-B14F-4D97-AF65-F5344CB8AC3E}">
        <p14:creationId xmlns:p14="http://schemas.microsoft.com/office/powerpoint/2010/main" val="31965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Solution: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BF1E82-2F96-EA6E-0F79-A7DD8EFAE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730" y="247261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Data-Driven Fire Classification System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Extracted fire attributes (brightness, FRP, confidence, etc.) from MODIS satellite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 EDA + ML pipelines to identify key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web app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takes fire parameters and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predicts the type of fire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the trained model.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CA3374-6243-31EA-B611-0EB450202A73}"/>
              </a:ext>
            </a:extLst>
          </p:cNvPr>
          <p:cNvSpPr txBox="1"/>
          <p:nvPr/>
        </p:nvSpPr>
        <p:spPr>
          <a:xfrm>
            <a:off x="942392" y="3869305"/>
            <a:ext cx="7016621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 https://github.com/SHAIKRAZAK00/AICTE-IN.git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3CBE39-E5AE-83F7-DB06-FBA85363E422}"/>
              </a:ext>
            </a:extLst>
          </p:cNvPr>
          <p:cNvSpPr txBox="1"/>
          <p:nvPr/>
        </p:nvSpPr>
        <p:spPr>
          <a:xfrm>
            <a:off x="485192" y="3163078"/>
            <a:ext cx="2015412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GIT LINK: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2968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BA305A-2CB3-16E9-44C5-B141A0059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1493" y="1171593"/>
            <a:ext cx="5488278" cy="5453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949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477E3-40CA-D8BC-4943-63E4C5977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86BA29-7F20-0BC2-B57F-B53289832894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823E03-ED8B-580D-21AC-A3EB9F6A3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388" y="1657692"/>
            <a:ext cx="8945223" cy="484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462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49087" y="988151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Conclusion:</a:t>
            </a:r>
            <a:r>
              <a:rPr lang="en-US" sz="1800" b="1" dirty="0">
                <a:solidFill>
                  <a:srgbClr val="213163"/>
                </a:solidFill>
              </a:rPr>
              <a:t>  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DB70F7-68D1-8F8D-34D6-0D1909F978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555" y="258458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built a classification model using real-world satellite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Achieved strong predictive performance across three fire types.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Deployed an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Streamlit app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practical usage.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Insights can help environmental agencies monitor fire incidents better.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work: Expand to global scale, include VIIRS + weather data for richer context.</a:t>
            </a:r>
          </a:p>
        </p:txBody>
      </p:sp>
    </p:spTree>
    <p:extLst>
      <p:ext uri="{BB962C8B-B14F-4D97-AF65-F5344CB8AC3E}">
        <p14:creationId xmlns:p14="http://schemas.microsoft.com/office/powerpoint/2010/main" val="151988358"/>
      </p:ext>
    </p:extLst>
  </p:cSld>
  <p:clrMapOvr>
    <a:masterClrMapping/>
  </p:clrMapOvr>
</p:sld>
</file>

<file path=ppt/theme/theme1.xml><?xml version="1.0" encoding="utf-8"?>
<a:theme xmlns:a="http://schemas.openxmlformats.org/drawingml/2006/main" name="Session 01 Design Thinking &amp; Critical Thinking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ession 01 Design Thinking &amp; Critical Thinking" id="{1DE73F69-F87A-4ED3-81C1-82D2BA622E0C}" vid="{37568650-F724-47C7-905E-9640F80174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Session 01 Design Thinking &amp; Critical Thinking</Template>
  <TotalTime>23</TotalTime>
  <Words>424</Words>
  <Application>Microsoft Office PowerPoint</Application>
  <PresentationFormat>Widescreen</PresentationFormat>
  <Paragraphs>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Session 01 Design Thinking &amp; Critical Thinking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Mahesh Kurhe</dc:creator>
  <cp:lastModifiedBy>ABDUL RAZAK SHAIK</cp:lastModifiedBy>
  <cp:revision>5</cp:revision>
  <dcterms:created xsi:type="dcterms:W3CDTF">2024-12-31T09:40:01Z</dcterms:created>
  <dcterms:modified xsi:type="dcterms:W3CDTF">2025-08-04T06:04:28Z</dcterms:modified>
</cp:coreProperties>
</file>